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f13e03a132936b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f13e03a132936b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f13e03a132936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f13e03a132936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f13e03a132936b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f13e03a132936b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f13e03a13293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f13e03a13293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f13e03a132936b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f13e03a132936b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f13e03a132936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1f13e03a132936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f13e03a132936b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f13e03a132936b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f13e03a132936b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1f13e03a132936b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1f13e03a132936b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1f13e03a132936b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f13e03a132936b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1f13e03a132936b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f13e03a132936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1f13e03a132936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f13e03a132936b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f13e03a132936b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